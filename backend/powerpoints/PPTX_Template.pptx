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D1DD-AFEA-951C-D747-7CEF5201B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3448-D460-BDED-9CEB-E809A7815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0F4B-AA88-06CB-05B8-82FDF49C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A832E-6564-6D59-C737-0CFDA62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1F475-8C03-65A0-D15C-003EC9C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6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D0FD-D969-D32D-3134-359DE30C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3A354-4E68-3C71-28DE-5B4BBECD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23E0D-235D-36CB-9FAC-BE1641F9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42E8-5B6E-6FAF-F6BC-A15A5F3A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4581-C2CD-E25C-1E34-B5DF1265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1E9D-1AAB-CD98-E8FE-6C74D85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76916-7123-C8B0-13E4-EADBE3D24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9D994-2587-EF37-2EB2-CA979F9D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5C80-6E38-024D-3A88-3E628C90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088F-FE8D-4AF8-1F63-12EFE984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1C1B-710C-2A32-E538-07478040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4B10-37A0-7346-0064-9B0176529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D5304-6B9E-C3C7-DE28-7B3BD613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2ECD8-7D18-18EB-176B-ED711602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AD38C-2202-1ED2-1DE5-4F3F8CEC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558C-DE1B-465C-6EC2-AD0A9355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1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AB68-7E8E-3DE3-F772-95BB1DDE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A10F8-81D2-8875-54E6-EB10D644C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5A0CC-DA29-8C96-9266-C69E121C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16B86-AAAC-BC82-8484-8EB394F73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73F59-0414-E9BE-6218-553A37338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9A4A6-FF4C-18EB-8CF0-DB249D47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93279-067A-4DE3-6735-063BE729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25BB5-C9B3-A74C-6ED6-1F6DC28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1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0652-9B23-609B-62C9-D7AFB4D9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C6627-AFFE-E112-AC7F-CC8B08CF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78ED0-BF91-ECD8-10CB-2FF5C04D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952FE-0AEF-E37E-0040-93F514FE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FE428-B159-A598-4CC8-B0A2CC2C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9AC17-68CF-07EC-A674-3A579CF0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3F264-57DE-A75C-8BEE-8A6807DC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7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E582-25B1-46A1-6297-38F0382E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812E-3680-F095-25E6-3DB642E2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5B502-678A-AA7D-50E6-6B025E200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C7EE1-745D-EDDE-115F-68583981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6CDA7-3B5A-590A-1077-ECAE7C0B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A5AEC-4883-5639-9906-A28C61E1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6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4001-04BD-A434-9E59-C07E25E3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DFD6D-147C-21F3-344F-2E02CFF89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29775-0FFA-EF09-FF06-B271834EA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2F1F5-8DEF-865F-F0B9-D8D4D789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B4C5-872C-1739-DF57-6A44B8BF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83614-8F63-36AE-997E-902FE8E7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2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C47E-4CB0-CC9B-E3DF-62ADC0DD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2E76-BFC4-C2D9-3CEF-4B677D134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9E89-FEDE-7D06-FBA7-DFE5A155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6E43-34D8-AB38-53D5-8B8419FC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34D75-CE16-00C5-39D8-1F055D91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5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732A9-282C-F1AB-944A-04C9598D3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78922-B2C1-9F69-88B5-8755A73FF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3CA1-C637-07F0-6297-C5B7FCDF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A18C-E5D8-8211-99FE-139D836A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1155-3DBC-57C8-483F-6BE98A57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9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A6372-EA15-8BD6-E4C6-F3460ABB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00D2-F0FD-B846-7864-300BCB004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0467-6C14-A95A-AAB6-EA92D802D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6473-6B9E-1C6E-F2C3-E431C882C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91789-8C3B-EFBE-E526-E4CEC8528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-slide">
            <a:extLst>
              <a:ext uri="{FF2B5EF4-FFF2-40B4-BE49-F238E27FC236}">
                <a16:creationId xmlns:a16="http://schemas.microsoft.com/office/drawing/2014/main" id="{E1B9AF0A-4626-9313-4011-364DBB4C3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1610" y="1096818"/>
            <a:ext cx="9725730" cy="222676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{{Title}}</a:t>
            </a:r>
          </a:p>
        </p:txBody>
      </p:sp>
      <p:sp>
        <p:nvSpPr>
          <p:cNvPr id="3" name="company-name">
            <a:extLst>
              <a:ext uri="{FF2B5EF4-FFF2-40B4-BE49-F238E27FC236}">
                <a16:creationId xmlns:a16="http://schemas.microsoft.com/office/drawing/2014/main" id="{B42ABC87-FBB3-557A-FFEE-33F16B72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5836" y="5072698"/>
            <a:ext cx="4297279" cy="1059999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{{Company}}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7A2198-6D7E-1195-F2D5-84040F6BB56F}"/>
              </a:ext>
            </a:extLst>
          </p:cNvPr>
          <p:cNvSpPr txBox="1"/>
          <p:nvPr/>
        </p:nvSpPr>
        <p:spPr>
          <a:xfrm>
            <a:off x="2139696" y="3978063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{{MOTTO}}</a:t>
            </a:r>
          </a:p>
        </p:txBody>
      </p:sp>
    </p:spTree>
    <p:extLst>
      <p:ext uri="{BB962C8B-B14F-4D97-AF65-F5344CB8AC3E}">
        <p14:creationId xmlns:p14="http://schemas.microsoft.com/office/powerpoint/2010/main" val="380989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3920AD-86C9-9AA7-FB7D-76CF9A2A2CFF}"/>
              </a:ext>
            </a:extLst>
          </p:cNvPr>
          <p:cNvCxnSpPr>
            <a:cxnSpLocks/>
          </p:cNvCxnSpPr>
          <p:nvPr/>
        </p:nvCxnSpPr>
        <p:spPr>
          <a:xfrm>
            <a:off x="5879592" y="3735338"/>
            <a:ext cx="0" cy="28940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-1">
            <a:extLst>
              <a:ext uri="{FF2B5EF4-FFF2-40B4-BE49-F238E27FC236}">
                <a16:creationId xmlns:a16="http://schemas.microsoft.com/office/drawing/2014/main" id="{76A72710-BDB6-D94E-2355-BD45B669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64" y="4659735"/>
            <a:ext cx="5367316" cy="5752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{{Bullets1_2}}</a:t>
            </a:r>
            <a:endParaRPr lang="en-US" sz="2000" kern="1200" dirty="0">
              <a:solidFill>
                <a:schemeClr val="accent5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ubtitle-1">
            <a:extLst>
              <a:ext uri="{FF2B5EF4-FFF2-40B4-BE49-F238E27FC236}">
                <a16:creationId xmlns:a16="http://schemas.microsoft.com/office/drawing/2014/main" id="{61087086-E66D-420C-BA93-D5A677338233}"/>
              </a:ext>
            </a:extLst>
          </p:cNvPr>
          <p:cNvSpPr txBox="1">
            <a:spLocks/>
          </p:cNvSpPr>
          <p:nvPr/>
        </p:nvSpPr>
        <p:spPr>
          <a:xfrm>
            <a:off x="942108" y="1166974"/>
            <a:ext cx="9725730" cy="2226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u="sng" dirty="0">
                <a:solidFill>
                  <a:schemeClr val="bg1"/>
                </a:solidFill>
              </a:rPr>
              <a:t>{{Subtitle}}</a:t>
            </a:r>
          </a:p>
        </p:txBody>
      </p:sp>
      <p:sp>
        <p:nvSpPr>
          <p:cNvPr id="3" name="textbox-1">
            <a:extLst>
              <a:ext uri="{FF2B5EF4-FFF2-40B4-BE49-F238E27FC236}">
                <a16:creationId xmlns:a16="http://schemas.microsoft.com/office/drawing/2014/main" id="{22C21A38-E185-7A54-6C57-4BD679C92CC6}"/>
              </a:ext>
            </a:extLst>
          </p:cNvPr>
          <p:cNvSpPr txBox="1">
            <a:spLocks/>
          </p:cNvSpPr>
          <p:nvPr/>
        </p:nvSpPr>
        <p:spPr>
          <a:xfrm>
            <a:off x="257664" y="4079030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{{Bullets1_1}}</a:t>
            </a:r>
          </a:p>
        </p:txBody>
      </p:sp>
      <p:sp>
        <p:nvSpPr>
          <p:cNvPr id="5" name="textbox-1">
            <a:extLst>
              <a:ext uri="{FF2B5EF4-FFF2-40B4-BE49-F238E27FC236}">
                <a16:creationId xmlns:a16="http://schemas.microsoft.com/office/drawing/2014/main" id="{BB71AC25-A6EF-ABB3-68C6-187939DCFBCF}"/>
              </a:ext>
            </a:extLst>
          </p:cNvPr>
          <p:cNvSpPr txBox="1">
            <a:spLocks/>
          </p:cNvSpPr>
          <p:nvPr/>
        </p:nvSpPr>
        <p:spPr>
          <a:xfrm>
            <a:off x="257664" y="5222709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{{Bullets1_2}}</a:t>
            </a:r>
          </a:p>
        </p:txBody>
      </p:sp>
      <p:sp>
        <p:nvSpPr>
          <p:cNvPr id="7" name="textbox-1">
            <a:extLst>
              <a:ext uri="{FF2B5EF4-FFF2-40B4-BE49-F238E27FC236}">
                <a16:creationId xmlns:a16="http://schemas.microsoft.com/office/drawing/2014/main" id="{BA8B2E2B-AC07-AC29-C8FE-936397C2B98C}"/>
              </a:ext>
            </a:extLst>
          </p:cNvPr>
          <p:cNvSpPr txBox="1">
            <a:spLocks/>
          </p:cNvSpPr>
          <p:nvPr/>
        </p:nvSpPr>
        <p:spPr>
          <a:xfrm>
            <a:off x="6219282" y="4659735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{{Bullets2_2}}</a:t>
            </a:r>
          </a:p>
        </p:txBody>
      </p:sp>
      <p:sp>
        <p:nvSpPr>
          <p:cNvPr id="11" name="textbox-1">
            <a:extLst>
              <a:ext uri="{FF2B5EF4-FFF2-40B4-BE49-F238E27FC236}">
                <a16:creationId xmlns:a16="http://schemas.microsoft.com/office/drawing/2014/main" id="{F0FAF98D-337D-0336-09E5-D98B3D4B9732}"/>
              </a:ext>
            </a:extLst>
          </p:cNvPr>
          <p:cNvSpPr txBox="1">
            <a:spLocks/>
          </p:cNvSpPr>
          <p:nvPr/>
        </p:nvSpPr>
        <p:spPr>
          <a:xfrm>
            <a:off x="6219282" y="4079030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{{Bullets2_1}}</a:t>
            </a:r>
          </a:p>
        </p:txBody>
      </p:sp>
      <p:sp>
        <p:nvSpPr>
          <p:cNvPr id="15" name="textbox-1">
            <a:extLst>
              <a:ext uri="{FF2B5EF4-FFF2-40B4-BE49-F238E27FC236}">
                <a16:creationId xmlns:a16="http://schemas.microsoft.com/office/drawing/2014/main" id="{AA547312-3F22-C537-B1AB-25C1677FA58B}"/>
              </a:ext>
            </a:extLst>
          </p:cNvPr>
          <p:cNvSpPr txBox="1">
            <a:spLocks/>
          </p:cNvSpPr>
          <p:nvPr/>
        </p:nvSpPr>
        <p:spPr>
          <a:xfrm>
            <a:off x="6219282" y="5222709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{{Bullets2_2}}</a:t>
            </a:r>
          </a:p>
        </p:txBody>
      </p:sp>
    </p:spTree>
    <p:extLst>
      <p:ext uri="{BB962C8B-B14F-4D97-AF65-F5344CB8AC3E}">
        <p14:creationId xmlns:p14="http://schemas.microsoft.com/office/powerpoint/2010/main" val="394788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-3">
            <a:extLst>
              <a:ext uri="{FF2B5EF4-FFF2-40B4-BE49-F238E27FC236}">
                <a16:creationId xmlns:a16="http://schemas.microsoft.com/office/drawing/2014/main" id="{78072162-3AD8-8433-0E61-A8190737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50" y="2434814"/>
            <a:ext cx="4924103" cy="842331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{{Bullets3_1}}</a:t>
            </a:r>
          </a:p>
        </p:txBody>
      </p:sp>
      <p:sp>
        <p:nvSpPr>
          <p:cNvPr id="2" name="subtitle-2">
            <a:extLst>
              <a:ext uri="{FF2B5EF4-FFF2-40B4-BE49-F238E27FC236}">
                <a16:creationId xmlns:a16="http://schemas.microsoft.com/office/drawing/2014/main" id="{C0DF95C0-4BB1-90F8-B506-7544A979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5084063" cy="1343768"/>
          </a:xfrm>
        </p:spPr>
        <p:txBody>
          <a:bodyPr anchor="ctr">
            <a:normAutofit/>
          </a:bodyPr>
          <a:lstStyle/>
          <a:p>
            <a:r>
              <a:rPr lang="en-US" sz="4800" u="sng" dirty="0">
                <a:solidFill>
                  <a:schemeClr val="bg1"/>
                </a:solidFill>
              </a:rPr>
              <a:t>{{Subtitle2}}</a:t>
            </a:r>
          </a:p>
        </p:txBody>
      </p:sp>
      <p:sp>
        <p:nvSpPr>
          <p:cNvPr id="5" name="textbox-3">
            <a:extLst>
              <a:ext uri="{FF2B5EF4-FFF2-40B4-BE49-F238E27FC236}">
                <a16:creationId xmlns:a16="http://schemas.microsoft.com/office/drawing/2014/main" id="{8F9143F6-8B00-BA8F-4F12-83E2445E835A}"/>
              </a:ext>
            </a:extLst>
          </p:cNvPr>
          <p:cNvSpPr txBox="1">
            <a:spLocks/>
          </p:cNvSpPr>
          <p:nvPr/>
        </p:nvSpPr>
        <p:spPr>
          <a:xfrm>
            <a:off x="613015" y="3368585"/>
            <a:ext cx="4924103" cy="842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{{Bullets3_2}}</a:t>
            </a:r>
          </a:p>
        </p:txBody>
      </p:sp>
      <p:sp>
        <p:nvSpPr>
          <p:cNvPr id="6" name="textbox-3">
            <a:extLst>
              <a:ext uri="{FF2B5EF4-FFF2-40B4-BE49-F238E27FC236}">
                <a16:creationId xmlns:a16="http://schemas.microsoft.com/office/drawing/2014/main" id="{77BF4BC0-5AE6-D435-B379-F23CD27C00C3}"/>
              </a:ext>
            </a:extLst>
          </p:cNvPr>
          <p:cNvSpPr txBox="1">
            <a:spLocks/>
          </p:cNvSpPr>
          <p:nvPr/>
        </p:nvSpPr>
        <p:spPr>
          <a:xfrm>
            <a:off x="573050" y="4424347"/>
            <a:ext cx="4924103" cy="842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{{Bullets3_3}}</a:t>
            </a:r>
          </a:p>
        </p:txBody>
      </p:sp>
      <p:graphicFrame>
        <p:nvGraphicFramePr>
          <p:cNvPr id="7" name="Table-1">
            <a:extLst>
              <a:ext uri="{FF2B5EF4-FFF2-40B4-BE49-F238E27FC236}">
                <a16:creationId xmlns:a16="http://schemas.microsoft.com/office/drawing/2014/main" id="{338D352C-AACD-F2C2-07E5-FEBEB58F8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200080"/>
              </p:ext>
            </p:extLst>
          </p:nvPr>
        </p:nvGraphicFramePr>
        <p:xfrm>
          <a:off x="6463450" y="539496"/>
          <a:ext cx="5286590" cy="59618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86590">
                  <a:extLst>
                    <a:ext uri="{9D8B030D-6E8A-4147-A177-3AD203B41FA5}">
                      <a16:colId xmlns:a16="http://schemas.microsoft.com/office/drawing/2014/main" val="4139675527"/>
                    </a:ext>
                  </a:extLst>
                </a:gridCol>
              </a:tblGrid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867124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64538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16069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3629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34C57A-0BED-7BB8-36BC-7AF7FD48DA05}"/>
              </a:ext>
            </a:extLst>
          </p:cNvPr>
          <p:cNvSpPr txBox="1"/>
          <p:nvPr/>
        </p:nvSpPr>
        <p:spPr>
          <a:xfrm>
            <a:off x="6617374" y="671883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{{Table1}}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C9AD3-09AE-B036-B434-FE4245DB5536}"/>
              </a:ext>
            </a:extLst>
          </p:cNvPr>
          <p:cNvSpPr txBox="1"/>
          <p:nvPr/>
        </p:nvSpPr>
        <p:spPr>
          <a:xfrm>
            <a:off x="6564885" y="2185017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{{Table2}}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C92DB-AACA-F7FE-C1C2-82802CC1A1E2}"/>
              </a:ext>
            </a:extLst>
          </p:cNvPr>
          <p:cNvSpPr txBox="1"/>
          <p:nvPr/>
        </p:nvSpPr>
        <p:spPr>
          <a:xfrm>
            <a:off x="6551681" y="3712642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{{Table3}}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E3FC76-B358-5830-3CD4-EC9233373541}"/>
              </a:ext>
            </a:extLst>
          </p:cNvPr>
          <p:cNvSpPr txBox="1"/>
          <p:nvPr/>
        </p:nvSpPr>
        <p:spPr>
          <a:xfrm>
            <a:off x="6600219" y="5173732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{{Table4}}</a:t>
            </a:r>
          </a:p>
        </p:txBody>
      </p:sp>
    </p:spTree>
    <p:extLst>
      <p:ext uri="{BB962C8B-B14F-4D97-AF65-F5344CB8AC3E}">
        <p14:creationId xmlns:p14="http://schemas.microsoft.com/office/powerpoint/2010/main" val="71705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-4">
            <a:extLst>
              <a:ext uri="{FF2B5EF4-FFF2-40B4-BE49-F238E27FC236}">
                <a16:creationId xmlns:a16="http://schemas.microsoft.com/office/drawing/2014/main" id="{2EA3A5F3-E3B2-3CFC-6773-8FBCBC22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012" y="2356555"/>
            <a:ext cx="9897975" cy="67885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{{Bullets4_1}}</a:t>
            </a:r>
          </a:p>
        </p:txBody>
      </p:sp>
      <p:sp>
        <p:nvSpPr>
          <p:cNvPr id="2" name="subtitle-3">
            <a:extLst>
              <a:ext uri="{FF2B5EF4-FFF2-40B4-BE49-F238E27FC236}">
                <a16:creationId xmlns:a16="http://schemas.microsoft.com/office/drawing/2014/main" id="{57CBDC62-2F0A-6706-0DF0-AA24CDDF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91713"/>
            <a:ext cx="5203175" cy="1174832"/>
          </a:xfrm>
        </p:spPr>
        <p:txBody>
          <a:bodyPr anchor="ctr">
            <a:normAutofit/>
          </a:bodyPr>
          <a:lstStyle/>
          <a:p>
            <a:r>
              <a:rPr lang="en-US" sz="4800" u="sng" dirty="0">
                <a:solidFill>
                  <a:schemeClr val="bg1"/>
                </a:solidFill>
              </a:rPr>
              <a:t>{{Subtitle3}}</a:t>
            </a:r>
          </a:p>
        </p:txBody>
      </p:sp>
      <p:sp>
        <p:nvSpPr>
          <p:cNvPr id="4" name="textbox-4">
            <a:extLst>
              <a:ext uri="{FF2B5EF4-FFF2-40B4-BE49-F238E27FC236}">
                <a16:creationId xmlns:a16="http://schemas.microsoft.com/office/drawing/2014/main" id="{BEB8DCBA-5861-7603-7767-01511DFC4E3A}"/>
              </a:ext>
            </a:extLst>
          </p:cNvPr>
          <p:cNvSpPr txBox="1">
            <a:spLocks/>
          </p:cNvSpPr>
          <p:nvPr/>
        </p:nvSpPr>
        <p:spPr>
          <a:xfrm>
            <a:off x="1147012" y="3789067"/>
            <a:ext cx="9897975" cy="678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{{Bullets4_3}}</a:t>
            </a:r>
          </a:p>
        </p:txBody>
      </p:sp>
      <p:sp>
        <p:nvSpPr>
          <p:cNvPr id="9" name="textbox-4">
            <a:extLst>
              <a:ext uri="{FF2B5EF4-FFF2-40B4-BE49-F238E27FC236}">
                <a16:creationId xmlns:a16="http://schemas.microsoft.com/office/drawing/2014/main" id="{32325CF6-376C-F992-8A19-053D8E52DC49}"/>
              </a:ext>
            </a:extLst>
          </p:cNvPr>
          <p:cNvSpPr txBox="1">
            <a:spLocks/>
          </p:cNvSpPr>
          <p:nvPr/>
        </p:nvSpPr>
        <p:spPr>
          <a:xfrm>
            <a:off x="1147012" y="3072811"/>
            <a:ext cx="9897975" cy="678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{{Bullets4_2}}</a:t>
            </a:r>
          </a:p>
        </p:txBody>
      </p:sp>
    </p:spTree>
    <p:extLst>
      <p:ext uri="{BB962C8B-B14F-4D97-AF65-F5344CB8AC3E}">
        <p14:creationId xmlns:p14="http://schemas.microsoft.com/office/powerpoint/2010/main" val="288183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C7DB36D081842B01F43F9FAB7CB98" ma:contentTypeVersion="4" ma:contentTypeDescription="Create a new document." ma:contentTypeScope="" ma:versionID="88f64ab1e1ca1106c8982f231e9b9891">
  <xsd:schema xmlns:xsd="http://www.w3.org/2001/XMLSchema" xmlns:xs="http://www.w3.org/2001/XMLSchema" xmlns:p="http://schemas.microsoft.com/office/2006/metadata/properties" xmlns:ns3="b3112609-9adb-4c0d-bd23-6b440c6d47da" targetNamespace="http://schemas.microsoft.com/office/2006/metadata/properties" ma:root="true" ma:fieldsID="930eea20779fa06bbb92c35e6ec4e2f7" ns3:_="">
    <xsd:import namespace="b3112609-9adb-4c0d-bd23-6b440c6d47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12609-9adb-4c0d-bd23-6b440c6d47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16713F-C98C-4B44-AA14-9F932E0054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E3402-764B-4BA5-A591-6AE93A3A404B}">
  <ds:schemaRefs>
    <ds:schemaRef ds:uri="http://purl.org/dc/dcmitype/"/>
    <ds:schemaRef ds:uri="http://schemas.microsoft.com/office/2006/documentManagement/types"/>
    <ds:schemaRef ds:uri="b3112609-9adb-4c0d-bd23-6b440c6d47da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ABBD998-49AA-4262-9538-2FC511124B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12609-9adb-4c0d-bd23-6b440c6d4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66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Eras Bold ITC</vt:lpstr>
      <vt:lpstr>Office Theme</vt:lpstr>
      <vt:lpstr>{{Title}}</vt:lpstr>
      <vt:lpstr>{{Bullets1_2}}</vt:lpstr>
      <vt:lpstr>{{Subtitle2}}</vt:lpstr>
      <vt:lpstr>{{Subtitle3}}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Vicki</dc:creator>
  <cp:lastModifiedBy>Yang, Vicki</cp:lastModifiedBy>
  <cp:revision>10</cp:revision>
  <dcterms:created xsi:type="dcterms:W3CDTF">2026-02-10T15:53:01Z</dcterms:created>
  <dcterms:modified xsi:type="dcterms:W3CDTF">2026-02-10T21:47:08Z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0x0101002D8C7DB36D081842B01F43F9FAB7CB98</vt:lpwstr>
  </property>
</Properties>
</file>